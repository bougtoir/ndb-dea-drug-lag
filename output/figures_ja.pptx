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図1．C型肝炎抗ウイルス薬の全国処方数量</a:t>
            </a:r>
          </a:p>
        </p:txBody>
      </p:sp>
      <p:pic>
        <p:nvPicPr>
          <p:cNvPr id="3" name="Picture 2" descr="fig1_ifn_collapse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005840"/>
            <a:ext cx="86868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図2．IFNフリーDAAの製剤別処方数量</a:t>
            </a:r>
          </a:p>
        </p:txBody>
      </p:sp>
      <p:pic>
        <p:nvPicPr>
          <p:cNvPr id="3" name="Picture 2" descr="fig2_daa_wave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005840"/>
            <a:ext cx="86868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図3．推定治療量とIFNフリーDAAの占める割合</a:t>
            </a:r>
          </a:p>
        </p:txBody>
      </p:sp>
      <p:pic>
        <p:nvPicPr>
          <p:cNvPr id="3" name="Picture 2" descr="fig3_treatment_volume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005840"/>
            <a:ext cx="8686800" cy="5212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