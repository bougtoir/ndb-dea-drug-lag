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Figure 1. National dispensed quantity of hepatitis C antiviral drugs</a:t>
            </a:r>
          </a:p>
        </p:txBody>
      </p:sp>
      <p:pic>
        <p:nvPicPr>
          <p:cNvPr id="3" name="Picture 2" descr="fig1_ifn_collaps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05840"/>
            <a:ext cx="8686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Figure 2. Interferon-free DAA dispensed quantity by product</a:t>
            </a:r>
          </a:p>
        </p:txBody>
      </p:sp>
      <p:pic>
        <p:nvPicPr>
          <p:cNvPr id="3" name="Picture 2" descr="fig2_daa_wav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05840"/>
            <a:ext cx="8686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Figure 3. Estimated treatment volume and the interferon-free DAA share of it</a:t>
            </a:r>
          </a:p>
        </p:txBody>
      </p:sp>
      <p:pic>
        <p:nvPicPr>
          <p:cNvPr id="3" name="Picture 2" descr="fig3_treatment_volum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05840"/>
            <a:ext cx="8686800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