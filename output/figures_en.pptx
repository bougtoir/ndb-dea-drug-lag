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Fig. 1. Collapse of interferon-based standard therapy</a:t>
            </a:r>
          </a:p>
        </p:txBody>
      </p:sp>
      <p:pic>
        <p:nvPicPr>
          <p:cNvPr id="3" name="Picture 2" descr="fig1_ifn_collaps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05840"/>
            <a:ext cx="8686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Fig. 2. The DAA wave: dispensed quantity by product</a:t>
            </a:r>
          </a:p>
        </p:txBody>
      </p:sp>
      <p:pic>
        <p:nvPicPr>
          <p:cNvPr id="3" name="Picture 2" descr="fig2_daa_wav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05840"/>
            <a:ext cx="8686800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